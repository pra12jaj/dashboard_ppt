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Book1_17653845031000/salesProfit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9BCB0F5-A0A5-48CD-B459-58A79CA3DD35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52F914B4-F7E8-455D-8F8B-B430ADBAC0D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12/10/2025 4:39:36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ales/Profit " id="2" name="slide2">
            <a:extLst>
              <a:ext uri="{FF2B5EF4-FFF2-40B4-BE49-F238E27FC236}">
                <a16:creationId xmlns:a16="http://schemas.microsoft.com/office/drawing/2014/main" id="{6B96B5B0-158E-431A-9C99-CB791CE0A89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74824"/>
            <a:ext cx="12192000" cy="530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2025-12-10T16:39:37Z</dcterms:created>
  <dcterms:modified xsi:type="dcterms:W3CDTF">2025-12-10T16:39:37Z</dcterms:modified>
</cp:coreProperties>
</file>